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660F8-9AA9-684B-CB60-A8BFD14D0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61E22-8086-D40D-0552-1169A66E9F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5BDC3-54D5-CE58-7AB5-4BAB448E5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13333-7797-4AEC-8DE1-D9316FC050BD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6BB4C-D7F6-AE3A-5521-6BAB1939F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9D63A-682E-1079-F2F2-1D12536B4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48E25-76A9-4427-99F3-2BA6E35C1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810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F50B6-2AEC-22B5-F93E-A464FA360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8CB7A-53D3-1364-F944-2940591E1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6922C-3F41-57DC-1756-9187B5B94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13333-7797-4AEC-8DE1-D9316FC050BD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3BF4A-87F7-D049-8D7F-25510629C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FA76A-4582-C0DE-C4CD-AEFB5216D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48E25-76A9-4427-99F3-2BA6E35C1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5904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6260E-7DB0-1625-5E4E-DA733DCAF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B48848-C64D-1D5A-3C80-F37D4655B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7B05B-5CE1-05E3-E460-632E1C571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13333-7797-4AEC-8DE1-D9316FC050BD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64C90-A641-FB74-3BBB-363BB3BF8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46553-5615-6BDE-8062-08A657FC6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48E25-76A9-4427-99F3-2BA6E35C1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5340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80535-6B79-509E-12C2-433E4608E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97597-0E9D-9044-9857-1A106726F7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53DE03-8881-8CEA-F897-53F6587052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95E5B7-05C6-B998-5EA0-0D02601AB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13333-7797-4AEC-8DE1-D9316FC050BD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F2884B-8CF4-8E5D-92A3-26EC58DEF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350802-22E6-C579-B3F9-E270C8A2C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48E25-76A9-4427-99F3-2BA6E35C1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545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C2F39-B234-59AA-D167-A65D56984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89AEBE-F913-0D55-E44F-20799A65A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CC5957-9D7F-7B5D-3584-1875BEA04B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6EFBD6-1FFF-3694-EDE2-CB7F8BBB39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5F9C41-CABE-3956-F732-B4ADF0A07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0B0AC8-9365-0A47-4892-EBFC59F43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13333-7797-4AEC-8DE1-D9316FC050BD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122252-C40A-5709-E10F-89E59AC0D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B4938-5FC8-D270-F666-ACA6760D1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48E25-76A9-4427-99F3-2BA6E35C1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3238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1BFE1-8CE1-92FB-5704-473515437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C618F3-B5A5-9B4C-F645-0599E524F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13333-7797-4AEC-8DE1-D9316FC050BD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FAA266-871D-8D6B-76AA-355147D92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963608-2310-0BB0-7937-6A06538F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48E25-76A9-4427-99F3-2BA6E35C1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85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289F1F-7F9C-87C1-A7FF-3D7DF79AF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13333-7797-4AEC-8DE1-D9316FC050BD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317116-A2D5-77DE-5BCA-D445D9C6D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265D0B-0FAC-64BF-2906-2DF0D487B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48E25-76A9-4427-99F3-2BA6E35C1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7058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1F277-E639-7CDB-7179-586701D09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F78B3-041D-4BD9-795C-9AA3BBBB8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4A28BB-77EB-4FE5-7ACE-808A70152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59789-B4FD-B05E-9067-D051AB5F7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13333-7797-4AEC-8DE1-D9316FC050BD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DC0895-996A-6AEB-81C6-2B68F8130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278F70-C95D-F6D4-3CDE-FBF79C2BB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48E25-76A9-4427-99F3-2BA6E35C1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523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9AC20-EA3A-8F68-0698-C1A3F17C5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150866-C5CA-1F35-B8B7-1B5914FBAF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F9B2A3-AF78-AF30-6FD4-FFEBE4E5F5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27F213-66BD-9250-E47D-B3247E995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13333-7797-4AEC-8DE1-D9316FC050BD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EC200D-7C91-32B1-3609-326FDBA56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E68F77-7308-7DFE-9B74-11468E213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48E25-76A9-4427-99F3-2BA6E35C1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07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B366C-86AA-018C-3011-5F3625A90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A34666-4ADE-92F4-ADC9-82CCE00739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64817-DCC3-D39F-6D49-2655E8B60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13333-7797-4AEC-8DE1-D9316FC050BD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72864-F5B0-3ECF-D28D-72E1823B5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2C7C9-E69C-60EA-E48C-B6CAA32E3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48E25-76A9-4427-99F3-2BA6E35C1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904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AEE479-32DD-201C-C7E3-679A88E16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C78D92-C539-23DF-7E92-D76764559E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BDFDB-6170-0DCE-1A76-B32144790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13333-7797-4AEC-8DE1-D9316FC050BD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4089E-46A9-9205-5C16-B6B81D460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2BB5B-D237-5012-F21C-C620611FD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48E25-76A9-4427-99F3-2BA6E35C1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718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FDB9B4-82CC-E23B-D059-A9807823E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7BE7B-C6C5-5312-E49E-FB250207C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29630-DE2A-4EBF-D636-AC9B90D389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013333-7797-4AEC-8DE1-D9316FC050BD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9B599-9C94-2192-50A5-138D6619D6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E04CB-B644-6F34-5EA9-0345C33421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48E25-76A9-4427-99F3-2BA6E35C1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863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47C448-E3C3-AC10-647E-BA7E2FD9E36C}"/>
              </a:ext>
            </a:extLst>
          </p:cNvPr>
          <p:cNvSpPr/>
          <p:nvPr/>
        </p:nvSpPr>
        <p:spPr>
          <a:xfrm>
            <a:off x="639456" y="870751"/>
            <a:ext cx="1441202" cy="705853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Shift Reg</a:t>
            </a:r>
          </a:p>
          <a:p>
            <a:pPr algn="ctr"/>
            <a:r>
              <a:rPr lang="en-IN" dirty="0"/>
              <a:t>Z⁻¹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428D53-7F76-9885-19D7-44BE17070417}"/>
              </a:ext>
            </a:extLst>
          </p:cNvPr>
          <p:cNvSpPr/>
          <p:nvPr/>
        </p:nvSpPr>
        <p:spPr>
          <a:xfrm>
            <a:off x="647478" y="1640907"/>
            <a:ext cx="1441202" cy="621629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Shift Reg</a:t>
            </a:r>
          </a:p>
          <a:p>
            <a:pPr algn="ctr"/>
            <a:r>
              <a:rPr lang="en-IN" dirty="0"/>
              <a:t>Z⁻¹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C69D5A-9493-ED61-BD55-BC26CF2F6787}"/>
              </a:ext>
            </a:extLst>
          </p:cNvPr>
          <p:cNvSpPr/>
          <p:nvPr/>
        </p:nvSpPr>
        <p:spPr>
          <a:xfrm>
            <a:off x="647478" y="2694381"/>
            <a:ext cx="1441202" cy="621629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Shift Reg</a:t>
            </a:r>
          </a:p>
          <a:p>
            <a:pPr algn="ctr"/>
            <a:r>
              <a:rPr lang="en-IN" dirty="0"/>
              <a:t>Z⁻¹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A41C0A-46C6-7ED8-7F70-F5104B908191}"/>
              </a:ext>
            </a:extLst>
          </p:cNvPr>
          <p:cNvSpPr/>
          <p:nvPr/>
        </p:nvSpPr>
        <p:spPr>
          <a:xfrm>
            <a:off x="647478" y="3706197"/>
            <a:ext cx="1441202" cy="621629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Shift Reg</a:t>
            </a:r>
          </a:p>
          <a:p>
            <a:pPr algn="ctr"/>
            <a:r>
              <a:rPr lang="en-IN" dirty="0"/>
              <a:t>Z⁻¹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453701-3DB8-1457-CA8E-6FBD25C59D64}"/>
              </a:ext>
            </a:extLst>
          </p:cNvPr>
          <p:cNvSpPr/>
          <p:nvPr/>
        </p:nvSpPr>
        <p:spPr>
          <a:xfrm>
            <a:off x="2734367" y="1017798"/>
            <a:ext cx="2009274" cy="417094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Coeff ROM N.0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305C59-1D29-79B3-1C18-870E5C8EE48C}"/>
              </a:ext>
            </a:extLst>
          </p:cNvPr>
          <p:cNvSpPr/>
          <p:nvPr/>
        </p:nvSpPr>
        <p:spPr>
          <a:xfrm>
            <a:off x="2766447" y="1548523"/>
            <a:ext cx="2009274" cy="417094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Coeff ROM N.1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70AE27-D6A6-215D-74D8-2AB2DD44E762}"/>
              </a:ext>
            </a:extLst>
          </p:cNvPr>
          <p:cNvSpPr/>
          <p:nvPr/>
        </p:nvSpPr>
        <p:spPr>
          <a:xfrm>
            <a:off x="2766447" y="2174164"/>
            <a:ext cx="2009274" cy="417094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Coeff ROM N.2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AD34D0-3C5B-3848-1C0C-6ABA28666507}"/>
              </a:ext>
            </a:extLst>
          </p:cNvPr>
          <p:cNvSpPr/>
          <p:nvPr/>
        </p:nvSpPr>
        <p:spPr>
          <a:xfrm>
            <a:off x="2778483" y="3058890"/>
            <a:ext cx="2009274" cy="417094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Coeff ROM N.7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B0533D-F73D-53BA-721E-3443EB8FFFCF}"/>
              </a:ext>
            </a:extLst>
          </p:cNvPr>
          <p:cNvSpPr/>
          <p:nvPr/>
        </p:nvSpPr>
        <p:spPr>
          <a:xfrm>
            <a:off x="2778483" y="3752715"/>
            <a:ext cx="2009274" cy="417094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Coeff ROM N.7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9E8C269-5A86-8325-BB3A-E4015FE02978}"/>
              </a:ext>
            </a:extLst>
          </p:cNvPr>
          <p:cNvSpPr/>
          <p:nvPr/>
        </p:nvSpPr>
        <p:spPr>
          <a:xfrm>
            <a:off x="5277038" y="889998"/>
            <a:ext cx="2009274" cy="561474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Multiplier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4FB5662-2858-A835-9144-7C5B0048D717}"/>
              </a:ext>
            </a:extLst>
          </p:cNvPr>
          <p:cNvSpPr/>
          <p:nvPr/>
        </p:nvSpPr>
        <p:spPr>
          <a:xfrm>
            <a:off x="5285054" y="1487144"/>
            <a:ext cx="2009274" cy="561474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Multiplier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15CF847-EDD6-7E23-210C-7ED594BAC322}"/>
              </a:ext>
            </a:extLst>
          </p:cNvPr>
          <p:cNvSpPr/>
          <p:nvPr/>
        </p:nvSpPr>
        <p:spPr>
          <a:xfrm>
            <a:off x="5274894" y="2108955"/>
            <a:ext cx="2009274" cy="561474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Multiplier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94C61E4-4B41-D9D8-1CD8-6E81132E05D0}"/>
              </a:ext>
            </a:extLst>
          </p:cNvPr>
          <p:cNvSpPr/>
          <p:nvPr/>
        </p:nvSpPr>
        <p:spPr>
          <a:xfrm>
            <a:off x="5277038" y="2984828"/>
            <a:ext cx="2009274" cy="561474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Multiplier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9E535CA-475B-C0D1-D75F-5790296B1715}"/>
              </a:ext>
            </a:extLst>
          </p:cNvPr>
          <p:cNvSpPr/>
          <p:nvPr/>
        </p:nvSpPr>
        <p:spPr>
          <a:xfrm>
            <a:off x="5274894" y="3680440"/>
            <a:ext cx="2009274" cy="561474"/>
          </a:xfrm>
          <a:prstGeom prst="roundRect">
            <a:avLst/>
          </a:prstGeom>
          <a:ln>
            <a:prstDash val="lgDash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Multiplier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0B1D0D-6F61-7EBE-1BCF-98B5172AAAEA}"/>
              </a:ext>
            </a:extLst>
          </p:cNvPr>
          <p:cNvSpPr/>
          <p:nvPr/>
        </p:nvSpPr>
        <p:spPr>
          <a:xfrm>
            <a:off x="7604744" y="798558"/>
            <a:ext cx="4170951" cy="3862167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C20DA42-1CEF-5834-031E-2D4A9DA712E4}"/>
              </a:ext>
            </a:extLst>
          </p:cNvPr>
          <p:cNvSpPr/>
          <p:nvPr/>
        </p:nvSpPr>
        <p:spPr>
          <a:xfrm>
            <a:off x="7940021" y="890798"/>
            <a:ext cx="593565" cy="46923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Z⁻¹</a:t>
            </a:r>
            <a:endParaRPr lang="en-IN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38797CF-0CE3-CD91-481F-18E48BD504E8}"/>
              </a:ext>
            </a:extLst>
          </p:cNvPr>
          <p:cNvSpPr/>
          <p:nvPr/>
        </p:nvSpPr>
        <p:spPr>
          <a:xfrm>
            <a:off x="7948042" y="1789166"/>
            <a:ext cx="593565" cy="46923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Z⁻¹</a:t>
            </a:r>
            <a:endParaRPr lang="en-IN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6FA5499-62E6-4612-0781-200914817E91}"/>
              </a:ext>
            </a:extLst>
          </p:cNvPr>
          <p:cNvSpPr/>
          <p:nvPr/>
        </p:nvSpPr>
        <p:spPr>
          <a:xfrm>
            <a:off x="8814320" y="1271806"/>
            <a:ext cx="593565" cy="46923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Z⁻¹</a:t>
            </a:r>
            <a:endParaRPr lang="en-IN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1ABD4B4-4290-FDDF-FE08-96C03BAB778E}"/>
              </a:ext>
            </a:extLst>
          </p:cNvPr>
          <p:cNvSpPr/>
          <p:nvPr/>
        </p:nvSpPr>
        <p:spPr>
          <a:xfrm>
            <a:off x="9608382" y="1257760"/>
            <a:ext cx="593565" cy="46923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Z⁻¹</a:t>
            </a:r>
            <a:endParaRPr lang="en-IN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7E81155-3561-D3B2-39D5-865671A24A23}"/>
              </a:ext>
            </a:extLst>
          </p:cNvPr>
          <p:cNvSpPr/>
          <p:nvPr/>
        </p:nvSpPr>
        <p:spPr>
          <a:xfrm>
            <a:off x="8008197" y="3220918"/>
            <a:ext cx="593565" cy="46923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Z⁻¹</a:t>
            </a:r>
            <a:endParaRPr lang="en-IN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956B899-6993-F355-8566-AC20132B106F}"/>
              </a:ext>
            </a:extLst>
          </p:cNvPr>
          <p:cNvSpPr/>
          <p:nvPr/>
        </p:nvSpPr>
        <p:spPr>
          <a:xfrm>
            <a:off x="8016218" y="4059126"/>
            <a:ext cx="593565" cy="46923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Z⁻¹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A1EAFDE-37A2-16A7-C041-6B6536793588}"/>
              </a:ext>
            </a:extLst>
          </p:cNvPr>
          <p:cNvSpPr/>
          <p:nvPr/>
        </p:nvSpPr>
        <p:spPr>
          <a:xfrm>
            <a:off x="8941065" y="3592466"/>
            <a:ext cx="593565" cy="46923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Z⁻¹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A969660-0F76-210F-9C60-588BD6CAFA2A}"/>
              </a:ext>
            </a:extLst>
          </p:cNvPr>
          <p:cNvSpPr/>
          <p:nvPr/>
        </p:nvSpPr>
        <p:spPr>
          <a:xfrm>
            <a:off x="9680578" y="3573859"/>
            <a:ext cx="593565" cy="46923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Z⁻¹</a:t>
            </a:r>
            <a:endParaRPr lang="en-IN" dirty="0"/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CE0CABEA-2123-F8B3-5887-C7DC46599DE4}"/>
              </a:ext>
            </a:extLst>
          </p:cNvPr>
          <p:cNvSpPr/>
          <p:nvPr/>
        </p:nvSpPr>
        <p:spPr>
          <a:xfrm>
            <a:off x="10394447" y="2187056"/>
            <a:ext cx="689834" cy="713015"/>
          </a:xfrm>
          <a:prstGeom prst="flowChartConnector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+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D54E685-F785-2880-5BEC-00873B3AD7A0}"/>
              </a:ext>
            </a:extLst>
          </p:cNvPr>
          <p:cNvSpPr/>
          <p:nvPr/>
        </p:nvSpPr>
        <p:spPr>
          <a:xfrm>
            <a:off x="11216614" y="2327409"/>
            <a:ext cx="433163" cy="46923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∑</a:t>
            </a:r>
          </a:p>
        </p:txBody>
      </p:sp>
      <p:sp>
        <p:nvSpPr>
          <p:cNvPr id="29" name="Flowchart: Alternate Process 28">
            <a:extLst>
              <a:ext uri="{FF2B5EF4-FFF2-40B4-BE49-F238E27FC236}">
                <a16:creationId xmlns:a16="http://schemas.microsoft.com/office/drawing/2014/main" id="{A80E440C-653C-733E-431C-60EEE8A5064E}"/>
              </a:ext>
            </a:extLst>
          </p:cNvPr>
          <p:cNvSpPr/>
          <p:nvPr/>
        </p:nvSpPr>
        <p:spPr>
          <a:xfrm>
            <a:off x="2365391" y="4809097"/>
            <a:ext cx="5574630" cy="1130949"/>
          </a:xfrm>
          <a:prstGeom prst="flowChartAlternateProcess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0" name="Flowchart: Alternate Process 29">
            <a:extLst>
              <a:ext uri="{FF2B5EF4-FFF2-40B4-BE49-F238E27FC236}">
                <a16:creationId xmlns:a16="http://schemas.microsoft.com/office/drawing/2014/main" id="{A258CC9D-517B-8279-6F06-CD4532F5E761}"/>
              </a:ext>
            </a:extLst>
          </p:cNvPr>
          <p:cNvSpPr/>
          <p:nvPr/>
        </p:nvSpPr>
        <p:spPr>
          <a:xfrm>
            <a:off x="2642118" y="5112854"/>
            <a:ext cx="1247282" cy="691858"/>
          </a:xfrm>
          <a:prstGeom prst="flowChartAlternateProcess">
            <a:avLst/>
          </a:prstGeom>
          <a:ln>
            <a:solidFill>
              <a:schemeClr val="bg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System Clock Sync</a:t>
            </a:r>
          </a:p>
        </p:txBody>
      </p:sp>
      <p:sp>
        <p:nvSpPr>
          <p:cNvPr id="31" name="Flowchart: Alternate Process 30">
            <a:extLst>
              <a:ext uri="{FF2B5EF4-FFF2-40B4-BE49-F238E27FC236}">
                <a16:creationId xmlns:a16="http://schemas.microsoft.com/office/drawing/2014/main" id="{4F870BFD-F6D9-80DC-B499-2B63ABAEC992}"/>
              </a:ext>
            </a:extLst>
          </p:cNvPr>
          <p:cNvSpPr/>
          <p:nvPr/>
        </p:nvSpPr>
        <p:spPr>
          <a:xfrm>
            <a:off x="4218260" y="5108838"/>
            <a:ext cx="1796715" cy="691858"/>
          </a:xfrm>
          <a:prstGeom prst="flowChartAlternateProcess">
            <a:avLst/>
          </a:prstGeom>
          <a:ln>
            <a:solidFill>
              <a:schemeClr val="bg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Coefficient ROM </a:t>
            </a:r>
            <a:r>
              <a:rPr lang="en-IN" dirty="0" err="1"/>
              <a:t>Adr</a:t>
            </a:r>
            <a:r>
              <a:rPr lang="en-IN" dirty="0"/>
              <a:t> Generator</a:t>
            </a:r>
          </a:p>
        </p:txBody>
      </p:sp>
      <p:sp>
        <p:nvSpPr>
          <p:cNvPr id="32" name="Flowchart: Alternate Process 31">
            <a:extLst>
              <a:ext uri="{FF2B5EF4-FFF2-40B4-BE49-F238E27FC236}">
                <a16:creationId xmlns:a16="http://schemas.microsoft.com/office/drawing/2014/main" id="{D65F3151-732D-0061-27CF-E56D540643DA}"/>
              </a:ext>
            </a:extLst>
          </p:cNvPr>
          <p:cNvSpPr/>
          <p:nvPr/>
        </p:nvSpPr>
        <p:spPr>
          <a:xfrm>
            <a:off x="6233544" y="5069770"/>
            <a:ext cx="1634300" cy="721904"/>
          </a:xfrm>
          <a:prstGeom prst="flowChartAlternateProcess">
            <a:avLst/>
          </a:prstGeom>
          <a:ln>
            <a:solidFill>
              <a:schemeClr val="bg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Pipeline Timing Control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65D1310E-31A2-D864-099D-3D5864150FFF}"/>
              </a:ext>
            </a:extLst>
          </p:cNvPr>
          <p:cNvSpPr/>
          <p:nvPr/>
        </p:nvSpPr>
        <p:spPr>
          <a:xfrm>
            <a:off x="920183" y="6317629"/>
            <a:ext cx="2512013" cy="520229"/>
          </a:xfrm>
          <a:prstGeom prst="flowChartAlternateProcess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Digital Oscilloscope </a:t>
            </a:r>
          </a:p>
          <a:p>
            <a:pPr algn="ctr"/>
            <a:r>
              <a:rPr lang="en-IN" dirty="0"/>
              <a:t>(for monitoring)</a:t>
            </a:r>
          </a:p>
        </p:txBody>
      </p:sp>
      <p:sp>
        <p:nvSpPr>
          <p:cNvPr id="34" name="Flowchart: Alternate Process 33">
            <a:extLst>
              <a:ext uri="{FF2B5EF4-FFF2-40B4-BE49-F238E27FC236}">
                <a16:creationId xmlns:a16="http://schemas.microsoft.com/office/drawing/2014/main" id="{7B584198-2FBA-F414-2416-4AC09C66E818}"/>
              </a:ext>
            </a:extLst>
          </p:cNvPr>
          <p:cNvSpPr/>
          <p:nvPr/>
        </p:nvSpPr>
        <p:spPr>
          <a:xfrm>
            <a:off x="4254348" y="6341693"/>
            <a:ext cx="1796715" cy="48929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HPF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62740D3-49CC-012C-2981-F8045DA2D13B}"/>
              </a:ext>
            </a:extLst>
          </p:cNvPr>
          <p:cNvSpPr/>
          <p:nvPr/>
        </p:nvSpPr>
        <p:spPr>
          <a:xfrm>
            <a:off x="6556391" y="6272941"/>
            <a:ext cx="2009274" cy="561474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Output </a:t>
            </a:r>
          </a:p>
          <a:p>
            <a:pPr algn="ctr"/>
            <a:r>
              <a:rPr lang="en-IN" dirty="0"/>
              <a:t>Gateway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8FB4C5F-9914-88DB-6DE5-D82A03AC448E}"/>
              </a:ext>
            </a:extLst>
          </p:cNvPr>
          <p:cNvSpPr txBox="1"/>
          <p:nvPr/>
        </p:nvSpPr>
        <p:spPr>
          <a:xfrm>
            <a:off x="9179278" y="5980148"/>
            <a:ext cx="24704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Digital Output</a:t>
            </a:r>
            <a:r>
              <a:rPr lang="en-IN" dirty="0"/>
              <a:t>(to display/PC/digital Oscilloscope)</a:t>
            </a:r>
          </a:p>
        </p:txBody>
      </p:sp>
      <p:sp>
        <p:nvSpPr>
          <p:cNvPr id="37" name="Flowchart: Alternate Process 36">
            <a:extLst>
              <a:ext uri="{FF2B5EF4-FFF2-40B4-BE49-F238E27FC236}">
                <a16:creationId xmlns:a16="http://schemas.microsoft.com/office/drawing/2014/main" id="{23CFFFBB-3921-8F36-58A9-016EA82F5B1B}"/>
              </a:ext>
            </a:extLst>
          </p:cNvPr>
          <p:cNvSpPr/>
          <p:nvPr/>
        </p:nvSpPr>
        <p:spPr>
          <a:xfrm>
            <a:off x="7540973" y="179239"/>
            <a:ext cx="1409698" cy="276120"/>
          </a:xfrm>
          <a:prstGeom prst="flowChartAlternate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FIR System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B05485-3F9D-FD17-968F-40413C0A481F}"/>
              </a:ext>
            </a:extLst>
          </p:cNvPr>
          <p:cNvSpPr txBox="1"/>
          <p:nvPr/>
        </p:nvSpPr>
        <p:spPr>
          <a:xfrm>
            <a:off x="6943402" y="-20004"/>
            <a:ext cx="4014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Xilinx FPGA (Virtex-6/Artix-7/Kintex-7)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57F8033-314F-2FA0-F97D-04D6490608E1}"/>
              </a:ext>
            </a:extLst>
          </p:cNvPr>
          <p:cNvSpPr txBox="1"/>
          <p:nvPr/>
        </p:nvSpPr>
        <p:spPr>
          <a:xfrm>
            <a:off x="1580931" y="-1467"/>
            <a:ext cx="49810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Digital ECG Input</a:t>
            </a:r>
          </a:p>
          <a:p>
            <a:r>
              <a:rPr lang="en-IN" sz="1600" dirty="0"/>
              <a:t>(samples from digital source/memory/interface)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3BB3656-3985-DDAD-8957-950F1A6142D2}"/>
              </a:ext>
            </a:extLst>
          </p:cNvPr>
          <p:cNvSpPr/>
          <p:nvPr/>
        </p:nvSpPr>
        <p:spPr>
          <a:xfrm>
            <a:off x="149804" y="692975"/>
            <a:ext cx="11910371" cy="53225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Flowchart: Alternate Process 40">
            <a:extLst>
              <a:ext uri="{FF2B5EF4-FFF2-40B4-BE49-F238E27FC236}">
                <a16:creationId xmlns:a16="http://schemas.microsoft.com/office/drawing/2014/main" id="{91609FF7-8908-1403-C029-B3C1AAA0604F}"/>
              </a:ext>
            </a:extLst>
          </p:cNvPr>
          <p:cNvSpPr/>
          <p:nvPr/>
        </p:nvSpPr>
        <p:spPr>
          <a:xfrm>
            <a:off x="6744884" y="-1548"/>
            <a:ext cx="3245191" cy="549694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F6921E6-1FAD-7181-906F-DFC2FCFBED95}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2080658" y="1223678"/>
            <a:ext cx="653709" cy="2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FF1F958-CAB4-B76D-7C35-F1592061C9B0}"/>
              </a:ext>
            </a:extLst>
          </p:cNvPr>
          <p:cNvCxnSpPr>
            <a:stCxn id="9" idx="1"/>
            <a:endCxn id="9" idx="1"/>
          </p:cNvCxnSpPr>
          <p:nvPr/>
        </p:nvCxnSpPr>
        <p:spPr>
          <a:xfrm>
            <a:off x="2766447" y="1757070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4D2307A-E401-7FCA-63E7-4E75FA174A34}"/>
              </a:ext>
            </a:extLst>
          </p:cNvPr>
          <p:cNvCxnSpPr>
            <a:endCxn id="9" idx="1"/>
          </p:cNvCxnSpPr>
          <p:nvPr/>
        </p:nvCxnSpPr>
        <p:spPr>
          <a:xfrm>
            <a:off x="2365391" y="1757070"/>
            <a:ext cx="401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1D6565C-EEF8-19EE-1464-A9A4AFE2254C}"/>
              </a:ext>
            </a:extLst>
          </p:cNvPr>
          <p:cNvCxnSpPr>
            <a:endCxn id="10" idx="1"/>
          </p:cNvCxnSpPr>
          <p:nvPr/>
        </p:nvCxnSpPr>
        <p:spPr>
          <a:xfrm>
            <a:off x="2353355" y="2382711"/>
            <a:ext cx="4130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5C7104C-2F93-9699-EDB3-6F7BE6892515}"/>
              </a:ext>
            </a:extLst>
          </p:cNvPr>
          <p:cNvCxnSpPr/>
          <p:nvPr/>
        </p:nvCxnSpPr>
        <p:spPr>
          <a:xfrm>
            <a:off x="2365391" y="1223678"/>
            <a:ext cx="0" cy="25867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DA8917E-8641-C8E6-AAE7-E9BA0FC7431A}"/>
              </a:ext>
            </a:extLst>
          </p:cNvPr>
          <p:cNvCxnSpPr>
            <a:cxnSpLocks/>
          </p:cNvCxnSpPr>
          <p:nvPr/>
        </p:nvCxnSpPr>
        <p:spPr>
          <a:xfrm>
            <a:off x="2365391" y="3287756"/>
            <a:ext cx="41309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F723A7B-ADAF-6171-B9DB-8CB373A9E1AF}"/>
              </a:ext>
            </a:extLst>
          </p:cNvPr>
          <p:cNvCxnSpPr>
            <a:cxnSpLocks/>
          </p:cNvCxnSpPr>
          <p:nvPr/>
        </p:nvCxnSpPr>
        <p:spPr>
          <a:xfrm>
            <a:off x="2365391" y="3951102"/>
            <a:ext cx="4130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0466C97-62F1-727A-1C18-0A34E4232886}"/>
              </a:ext>
            </a:extLst>
          </p:cNvPr>
          <p:cNvCxnSpPr/>
          <p:nvPr/>
        </p:nvCxnSpPr>
        <p:spPr>
          <a:xfrm>
            <a:off x="2365391" y="3810462"/>
            <a:ext cx="0" cy="1251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D8305C9-A1A0-6F0D-5240-5C3D11B310F0}"/>
              </a:ext>
            </a:extLst>
          </p:cNvPr>
          <p:cNvCxnSpPr>
            <a:endCxn id="41" idx="1"/>
          </p:cNvCxnSpPr>
          <p:nvPr/>
        </p:nvCxnSpPr>
        <p:spPr>
          <a:xfrm>
            <a:off x="3432196" y="256995"/>
            <a:ext cx="3312688" cy="16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97D9F66-0171-B58C-0443-887228A98BF0}"/>
              </a:ext>
            </a:extLst>
          </p:cNvPr>
          <p:cNvCxnSpPr/>
          <p:nvPr/>
        </p:nvCxnSpPr>
        <p:spPr>
          <a:xfrm>
            <a:off x="8016218" y="455359"/>
            <a:ext cx="0" cy="237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621DD0C-A500-A010-1A64-705A1FB84B78}"/>
              </a:ext>
            </a:extLst>
          </p:cNvPr>
          <p:cNvCxnSpPr>
            <a:endCxn id="4" idx="1"/>
          </p:cNvCxnSpPr>
          <p:nvPr/>
        </p:nvCxnSpPr>
        <p:spPr>
          <a:xfrm>
            <a:off x="254255" y="1223678"/>
            <a:ext cx="3852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7663DC0-DA90-A7B9-82F4-A556772DEDEF}"/>
              </a:ext>
            </a:extLst>
          </p:cNvPr>
          <p:cNvCxnSpPr/>
          <p:nvPr/>
        </p:nvCxnSpPr>
        <p:spPr>
          <a:xfrm>
            <a:off x="254255" y="1223678"/>
            <a:ext cx="0" cy="28474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CE3D9E0-575D-007F-1FE8-92B26B277DFA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262277" y="1951722"/>
            <a:ext cx="3852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A0C6C80-E5EC-0B9A-F293-547D9E9E81FB}"/>
              </a:ext>
            </a:extLst>
          </p:cNvPr>
          <p:cNvCxnSpPr>
            <a:cxnSpLocks/>
          </p:cNvCxnSpPr>
          <p:nvPr/>
        </p:nvCxnSpPr>
        <p:spPr>
          <a:xfrm>
            <a:off x="266091" y="3019788"/>
            <a:ext cx="393223" cy="14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930173E-D4D0-134B-596F-154646834434}"/>
              </a:ext>
            </a:extLst>
          </p:cNvPr>
          <p:cNvCxnSpPr>
            <a:cxnSpLocks/>
          </p:cNvCxnSpPr>
          <p:nvPr/>
        </p:nvCxnSpPr>
        <p:spPr>
          <a:xfrm>
            <a:off x="262276" y="4071160"/>
            <a:ext cx="397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D26FC39-7D19-3749-CDFE-C9782CB51FD2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4743641" y="1226345"/>
            <a:ext cx="593565" cy="31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E5B22ED-2765-5FEE-5844-C6E6C10DA701}"/>
              </a:ext>
            </a:extLst>
          </p:cNvPr>
          <p:cNvCxnSpPr>
            <a:stCxn id="9" idx="3"/>
            <a:endCxn id="14" idx="1"/>
          </p:cNvCxnSpPr>
          <p:nvPr/>
        </p:nvCxnSpPr>
        <p:spPr>
          <a:xfrm>
            <a:off x="4775721" y="1757070"/>
            <a:ext cx="509333" cy="10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70AF338-929F-4F26-4969-28F4A8EAC300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4775721" y="2382711"/>
            <a:ext cx="499173" cy="6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A8D7013-1770-5461-807E-67D6E7EFE5F0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4787757" y="3265565"/>
            <a:ext cx="504248" cy="1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D58249C-F55F-ECB5-3232-54070995A4E4}"/>
              </a:ext>
            </a:extLst>
          </p:cNvPr>
          <p:cNvCxnSpPr>
            <a:cxnSpLocks/>
            <a:stCxn id="12" idx="3"/>
            <a:endCxn id="17" idx="1"/>
          </p:cNvCxnSpPr>
          <p:nvPr/>
        </p:nvCxnSpPr>
        <p:spPr>
          <a:xfrm flipV="1">
            <a:off x="4787757" y="3961177"/>
            <a:ext cx="487137" cy="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39578E2-C2CE-A3C6-A65A-CF1076B32662}"/>
              </a:ext>
            </a:extLst>
          </p:cNvPr>
          <p:cNvCxnSpPr>
            <a:stCxn id="13" idx="3"/>
          </p:cNvCxnSpPr>
          <p:nvPr/>
        </p:nvCxnSpPr>
        <p:spPr>
          <a:xfrm>
            <a:off x="7286312" y="1170735"/>
            <a:ext cx="3248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459A24A-102C-DD09-245C-3A133C427ADA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7294328" y="1767881"/>
            <a:ext cx="3168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2994D94-919A-2FCB-364D-DCE4FDFC761D}"/>
              </a:ext>
            </a:extLst>
          </p:cNvPr>
          <p:cNvCxnSpPr>
            <a:stCxn id="15" idx="3"/>
          </p:cNvCxnSpPr>
          <p:nvPr/>
        </p:nvCxnSpPr>
        <p:spPr>
          <a:xfrm flipV="1">
            <a:off x="7284168" y="2382711"/>
            <a:ext cx="326992" cy="6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51A3111-803F-A04B-FF4A-2DDBD3871676}"/>
              </a:ext>
            </a:extLst>
          </p:cNvPr>
          <p:cNvCxnSpPr>
            <a:stCxn id="16" idx="3"/>
          </p:cNvCxnSpPr>
          <p:nvPr/>
        </p:nvCxnSpPr>
        <p:spPr>
          <a:xfrm>
            <a:off x="7286312" y="3265565"/>
            <a:ext cx="3248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867EE62-7E41-6D28-03E2-60CC642C3B13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7284168" y="3961177"/>
            <a:ext cx="3269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696AB29E-6363-15ED-9489-E4D02DF178B7}"/>
              </a:ext>
            </a:extLst>
          </p:cNvPr>
          <p:cNvCxnSpPr>
            <a:cxnSpLocks/>
          </p:cNvCxnSpPr>
          <p:nvPr/>
        </p:nvCxnSpPr>
        <p:spPr>
          <a:xfrm>
            <a:off x="8533586" y="1093890"/>
            <a:ext cx="280734" cy="38100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B860F000-99FA-F379-FC46-96E305BB165D}"/>
              </a:ext>
            </a:extLst>
          </p:cNvPr>
          <p:cNvCxnSpPr>
            <a:stCxn id="20" idx="3"/>
          </p:cNvCxnSpPr>
          <p:nvPr/>
        </p:nvCxnSpPr>
        <p:spPr>
          <a:xfrm>
            <a:off x="8541607" y="2023783"/>
            <a:ext cx="13234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68EA030-B197-6A24-B8D6-E305DDA8DFFA}"/>
              </a:ext>
            </a:extLst>
          </p:cNvPr>
          <p:cNvCxnSpPr>
            <a:cxnSpLocks/>
          </p:cNvCxnSpPr>
          <p:nvPr/>
        </p:nvCxnSpPr>
        <p:spPr>
          <a:xfrm flipV="1">
            <a:off x="8673953" y="1576604"/>
            <a:ext cx="0" cy="4471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2A17B60E-47D8-AE77-D438-3F346EB4D0FF}"/>
              </a:ext>
            </a:extLst>
          </p:cNvPr>
          <p:cNvCxnSpPr>
            <a:cxnSpLocks/>
          </p:cNvCxnSpPr>
          <p:nvPr/>
        </p:nvCxnSpPr>
        <p:spPr>
          <a:xfrm>
            <a:off x="8673953" y="1576604"/>
            <a:ext cx="162398" cy="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67A0AA6B-8D9E-6ADF-51D9-5155170E4073}"/>
              </a:ext>
            </a:extLst>
          </p:cNvPr>
          <p:cNvCxnSpPr>
            <a:cxnSpLocks/>
          </p:cNvCxnSpPr>
          <p:nvPr/>
        </p:nvCxnSpPr>
        <p:spPr>
          <a:xfrm>
            <a:off x="8594546" y="3417990"/>
            <a:ext cx="341296" cy="28820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0A9E473-8B03-86BA-4A23-88E773C03EE4}"/>
              </a:ext>
            </a:extLst>
          </p:cNvPr>
          <p:cNvCxnSpPr>
            <a:cxnSpLocks/>
          </p:cNvCxnSpPr>
          <p:nvPr/>
        </p:nvCxnSpPr>
        <p:spPr>
          <a:xfrm flipV="1">
            <a:off x="8780633" y="3900704"/>
            <a:ext cx="0" cy="4471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9CA034C-3E43-0660-0F9E-4A98E7CFAB56}"/>
              </a:ext>
            </a:extLst>
          </p:cNvPr>
          <p:cNvCxnSpPr>
            <a:cxnSpLocks/>
          </p:cNvCxnSpPr>
          <p:nvPr/>
        </p:nvCxnSpPr>
        <p:spPr>
          <a:xfrm flipH="1">
            <a:off x="8609783" y="4347883"/>
            <a:ext cx="19551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0C6BBAE-14D4-B554-6375-FCCAD977C3CC}"/>
              </a:ext>
            </a:extLst>
          </p:cNvPr>
          <p:cNvCxnSpPr/>
          <p:nvPr/>
        </p:nvCxnSpPr>
        <p:spPr>
          <a:xfrm>
            <a:off x="8775410" y="3903109"/>
            <a:ext cx="1604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D2043C99-0CF9-23AD-17A9-FC7EEC12EAFD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 flipV="1">
            <a:off x="9407885" y="1492377"/>
            <a:ext cx="200497" cy="14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8A1ABB7-EB48-CCF5-CD18-BA6810FDBF0B}"/>
              </a:ext>
            </a:extLst>
          </p:cNvPr>
          <p:cNvCxnSpPr>
            <a:stCxn id="25" idx="3"/>
            <a:endCxn id="26" idx="1"/>
          </p:cNvCxnSpPr>
          <p:nvPr/>
        </p:nvCxnSpPr>
        <p:spPr>
          <a:xfrm flipV="1">
            <a:off x="9534630" y="3808476"/>
            <a:ext cx="145948" cy="18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09CD3924-C306-472E-1973-E7ACFD6CA21E}"/>
              </a:ext>
            </a:extLst>
          </p:cNvPr>
          <p:cNvCxnSpPr>
            <a:stCxn id="22" idx="3"/>
            <a:endCxn id="27" idx="0"/>
          </p:cNvCxnSpPr>
          <p:nvPr/>
        </p:nvCxnSpPr>
        <p:spPr>
          <a:xfrm>
            <a:off x="10201947" y="1492377"/>
            <a:ext cx="537417" cy="6946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8B5A19FE-0E2A-D20E-0889-7BFC32E881A7}"/>
              </a:ext>
            </a:extLst>
          </p:cNvPr>
          <p:cNvCxnSpPr>
            <a:stCxn id="26" idx="3"/>
          </p:cNvCxnSpPr>
          <p:nvPr/>
        </p:nvCxnSpPr>
        <p:spPr>
          <a:xfrm flipV="1">
            <a:off x="10274143" y="2900071"/>
            <a:ext cx="465221" cy="908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0A682438-400F-D2C4-9297-91A706B0B150}"/>
              </a:ext>
            </a:extLst>
          </p:cNvPr>
          <p:cNvCxnSpPr>
            <a:stCxn id="27" idx="6"/>
            <a:endCxn id="28" idx="1"/>
          </p:cNvCxnSpPr>
          <p:nvPr/>
        </p:nvCxnSpPr>
        <p:spPr>
          <a:xfrm>
            <a:off x="11084281" y="2543564"/>
            <a:ext cx="132333" cy="18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EF744263-BE29-7FE7-B3BB-64FE469A37A9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11649777" y="2562026"/>
            <a:ext cx="3091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B9594E90-F465-84E8-AE6F-61A62A3C1B1F}"/>
              </a:ext>
            </a:extLst>
          </p:cNvPr>
          <p:cNvCxnSpPr>
            <a:cxnSpLocks/>
          </p:cNvCxnSpPr>
          <p:nvPr/>
        </p:nvCxnSpPr>
        <p:spPr>
          <a:xfrm>
            <a:off x="7153152" y="4702473"/>
            <a:ext cx="228186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FDB668BD-1877-4F29-BFC8-41ADA565164C}"/>
              </a:ext>
            </a:extLst>
          </p:cNvPr>
          <p:cNvCxnSpPr/>
          <p:nvPr/>
        </p:nvCxnSpPr>
        <p:spPr>
          <a:xfrm>
            <a:off x="7149170" y="4708853"/>
            <a:ext cx="0" cy="1483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BEFEB72D-A854-233F-250E-9895DADC3753}"/>
              </a:ext>
            </a:extLst>
          </p:cNvPr>
          <p:cNvCxnSpPr/>
          <p:nvPr/>
        </p:nvCxnSpPr>
        <p:spPr>
          <a:xfrm>
            <a:off x="9407885" y="4660725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E047AC95-8565-1F27-577C-6DC7FB01726A}"/>
              </a:ext>
            </a:extLst>
          </p:cNvPr>
          <p:cNvCxnSpPr/>
          <p:nvPr/>
        </p:nvCxnSpPr>
        <p:spPr>
          <a:xfrm>
            <a:off x="9407885" y="4708853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8730D2F-5E5B-5E4C-4F51-F51F9652C438}"/>
              </a:ext>
            </a:extLst>
          </p:cNvPr>
          <p:cNvCxnSpPr>
            <a:cxnSpLocks/>
          </p:cNvCxnSpPr>
          <p:nvPr/>
        </p:nvCxnSpPr>
        <p:spPr>
          <a:xfrm flipH="1" flipV="1">
            <a:off x="9423125" y="4660725"/>
            <a:ext cx="5610" cy="444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D9C7F1F7-D440-FA78-E077-CEFB5A8B7C26}"/>
              </a:ext>
            </a:extLst>
          </p:cNvPr>
          <p:cNvCxnSpPr>
            <a:cxnSpLocks/>
          </p:cNvCxnSpPr>
          <p:nvPr/>
        </p:nvCxnSpPr>
        <p:spPr>
          <a:xfrm flipH="1" flipV="1">
            <a:off x="6225769" y="4219980"/>
            <a:ext cx="7775" cy="589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6F6AAE58-F1FF-8EDA-239A-CF344F324EBA}"/>
              </a:ext>
            </a:extLst>
          </p:cNvPr>
          <p:cNvCxnSpPr>
            <a:cxnSpLocks/>
          </p:cNvCxnSpPr>
          <p:nvPr/>
        </p:nvCxnSpPr>
        <p:spPr>
          <a:xfrm flipH="1">
            <a:off x="4111444" y="4183005"/>
            <a:ext cx="12036" cy="612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F824532-EF30-2060-36F0-0C7CC1C3CD20}"/>
              </a:ext>
            </a:extLst>
          </p:cNvPr>
          <p:cNvCxnSpPr>
            <a:cxnSpLocks/>
          </p:cNvCxnSpPr>
          <p:nvPr/>
        </p:nvCxnSpPr>
        <p:spPr>
          <a:xfrm>
            <a:off x="11712049" y="2560778"/>
            <a:ext cx="1010" cy="39385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2B71BFF-E91C-5C9B-8B38-42E6AB0EA61B}"/>
              </a:ext>
            </a:extLst>
          </p:cNvPr>
          <p:cNvCxnSpPr>
            <a:cxnSpLocks/>
          </p:cNvCxnSpPr>
          <p:nvPr/>
        </p:nvCxnSpPr>
        <p:spPr>
          <a:xfrm flipH="1">
            <a:off x="11014891" y="6493149"/>
            <a:ext cx="69183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B4EEBB0F-EA4D-1788-AADD-C91585BDD3FE}"/>
              </a:ext>
            </a:extLst>
          </p:cNvPr>
          <p:cNvCxnSpPr>
            <a:cxnSpLocks/>
            <a:stCxn id="36" idx="1"/>
          </p:cNvCxnSpPr>
          <p:nvPr/>
        </p:nvCxnSpPr>
        <p:spPr>
          <a:xfrm flipH="1">
            <a:off x="8570861" y="6441813"/>
            <a:ext cx="608417" cy="4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C331C4D2-3EAA-801A-D125-7FC0E4256869}"/>
              </a:ext>
            </a:extLst>
          </p:cNvPr>
          <p:cNvCxnSpPr/>
          <p:nvPr/>
        </p:nvCxnSpPr>
        <p:spPr>
          <a:xfrm>
            <a:off x="6067200" y="6441813"/>
            <a:ext cx="4891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E0F7045C-40DA-A4B8-0CF7-ECF76BE0C04E}"/>
              </a:ext>
            </a:extLst>
          </p:cNvPr>
          <p:cNvCxnSpPr>
            <a:cxnSpLocks/>
          </p:cNvCxnSpPr>
          <p:nvPr/>
        </p:nvCxnSpPr>
        <p:spPr>
          <a:xfrm>
            <a:off x="6943402" y="6015559"/>
            <a:ext cx="0" cy="3020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CBFB9E67-8959-5753-2ED5-7C89E61A2DC1}"/>
              </a:ext>
            </a:extLst>
          </p:cNvPr>
          <p:cNvCxnSpPr/>
          <p:nvPr/>
        </p:nvCxnSpPr>
        <p:spPr>
          <a:xfrm>
            <a:off x="3432196" y="6441813"/>
            <a:ext cx="822152" cy="0"/>
          </a:xfrm>
          <a:prstGeom prst="straightConnector1">
            <a:avLst/>
          </a:prstGeom>
          <a:ln w="3175">
            <a:prstDash val="dash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4CDF147A-2041-F57D-E52E-D2F353731613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088680" y="1951722"/>
            <a:ext cx="404884" cy="2318620"/>
          </a:xfrm>
          <a:prstGeom prst="bentConnector2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481D825-065B-E0FF-2B87-DAC6345634DD}"/>
              </a:ext>
            </a:extLst>
          </p:cNvPr>
          <p:cNvCxnSpPr>
            <a:cxnSpLocks/>
          </p:cNvCxnSpPr>
          <p:nvPr/>
        </p:nvCxnSpPr>
        <p:spPr>
          <a:xfrm>
            <a:off x="2493738" y="4279476"/>
            <a:ext cx="1577729" cy="1189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2B9CE294-B55A-F40F-5E6F-47C758C5C0FE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088680" y="3005196"/>
            <a:ext cx="170850" cy="1342687"/>
          </a:xfrm>
          <a:prstGeom prst="bentConnector2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DA543B52-C899-61AA-BFB5-3BFECDCEF3E9}"/>
              </a:ext>
            </a:extLst>
          </p:cNvPr>
          <p:cNvCxnSpPr>
            <a:cxnSpLocks/>
          </p:cNvCxnSpPr>
          <p:nvPr/>
        </p:nvCxnSpPr>
        <p:spPr>
          <a:xfrm>
            <a:off x="2265935" y="4360075"/>
            <a:ext cx="1805532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2A2436EA-8AE6-9C4B-146F-1904CE3882F2}"/>
              </a:ext>
            </a:extLst>
          </p:cNvPr>
          <p:cNvCxnSpPr>
            <a:stCxn id="7" idx="3"/>
          </p:cNvCxnSpPr>
          <p:nvPr/>
        </p:nvCxnSpPr>
        <p:spPr>
          <a:xfrm flipV="1">
            <a:off x="2088680" y="4017011"/>
            <a:ext cx="171159" cy="1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3DECE2F6-E772-5594-5AA1-86D88146D802}"/>
              </a:ext>
            </a:extLst>
          </p:cNvPr>
          <p:cNvCxnSpPr>
            <a:stCxn id="29" idx="1"/>
          </p:cNvCxnSpPr>
          <p:nvPr/>
        </p:nvCxnSpPr>
        <p:spPr>
          <a:xfrm rot="10800000">
            <a:off x="1260095" y="5374572"/>
            <a:ext cx="1105296" cy="1"/>
          </a:xfrm>
          <a:prstGeom prst="bentConnector3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E50D4BFA-4078-C737-514E-2A6ECE2EFB37}"/>
              </a:ext>
            </a:extLst>
          </p:cNvPr>
          <p:cNvCxnSpPr/>
          <p:nvPr/>
        </p:nvCxnSpPr>
        <p:spPr>
          <a:xfrm flipV="1">
            <a:off x="1267715" y="4347883"/>
            <a:ext cx="0" cy="102668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5C45376B-2E11-21D4-0B79-2B87943D6615}"/>
              </a:ext>
            </a:extLst>
          </p:cNvPr>
          <p:cNvCxnSpPr>
            <a:cxnSpLocks/>
          </p:cNvCxnSpPr>
          <p:nvPr/>
        </p:nvCxnSpPr>
        <p:spPr>
          <a:xfrm>
            <a:off x="5025307" y="1223677"/>
            <a:ext cx="14574" cy="3018237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F96C3D80-DCB4-70F1-FA59-6940D74E3C34}"/>
              </a:ext>
            </a:extLst>
          </p:cNvPr>
          <p:cNvCxnSpPr>
            <a:cxnSpLocks/>
          </p:cNvCxnSpPr>
          <p:nvPr/>
        </p:nvCxnSpPr>
        <p:spPr>
          <a:xfrm>
            <a:off x="7447664" y="1434892"/>
            <a:ext cx="164711" cy="0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E61AE66B-78EE-079A-8954-724D6CE10F3E}"/>
              </a:ext>
            </a:extLst>
          </p:cNvPr>
          <p:cNvCxnSpPr/>
          <p:nvPr/>
        </p:nvCxnSpPr>
        <p:spPr>
          <a:xfrm>
            <a:off x="7319722" y="1439280"/>
            <a:ext cx="0" cy="2790442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47A8526A-CAB7-9296-4BD7-3893BBE07FA9}"/>
              </a:ext>
            </a:extLst>
          </p:cNvPr>
          <p:cNvCxnSpPr>
            <a:cxnSpLocks/>
          </p:cNvCxnSpPr>
          <p:nvPr/>
        </p:nvCxnSpPr>
        <p:spPr>
          <a:xfrm>
            <a:off x="7315744" y="1435219"/>
            <a:ext cx="1428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EA0D3517-D9A3-6085-18A5-1A08E45D807C}"/>
              </a:ext>
            </a:extLst>
          </p:cNvPr>
          <p:cNvCxnSpPr/>
          <p:nvPr/>
        </p:nvCxnSpPr>
        <p:spPr>
          <a:xfrm>
            <a:off x="7367320" y="1965617"/>
            <a:ext cx="256684" cy="0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ACD9D5C1-4A69-6FE1-5AC1-D3AB164AC5E1}"/>
              </a:ext>
            </a:extLst>
          </p:cNvPr>
          <p:cNvCxnSpPr>
            <a:cxnSpLocks/>
          </p:cNvCxnSpPr>
          <p:nvPr/>
        </p:nvCxnSpPr>
        <p:spPr>
          <a:xfrm>
            <a:off x="7371335" y="1965617"/>
            <a:ext cx="0" cy="2415738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E669EBBC-7FF5-1131-D139-767BAEED581C}"/>
              </a:ext>
            </a:extLst>
          </p:cNvPr>
          <p:cNvCxnSpPr/>
          <p:nvPr/>
        </p:nvCxnSpPr>
        <p:spPr>
          <a:xfrm>
            <a:off x="7405879" y="2796643"/>
            <a:ext cx="21319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CCAE8644-F8BB-48B9-3F44-BE1EDA011A69}"/>
              </a:ext>
            </a:extLst>
          </p:cNvPr>
          <p:cNvCxnSpPr>
            <a:cxnSpLocks/>
          </p:cNvCxnSpPr>
          <p:nvPr/>
        </p:nvCxnSpPr>
        <p:spPr>
          <a:xfrm>
            <a:off x="7410528" y="2807849"/>
            <a:ext cx="1409" cy="155124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744742A1-1E30-2775-4DAB-631EC3DAA7EB}"/>
              </a:ext>
            </a:extLst>
          </p:cNvPr>
          <p:cNvCxnSpPr>
            <a:cxnSpLocks/>
          </p:cNvCxnSpPr>
          <p:nvPr/>
        </p:nvCxnSpPr>
        <p:spPr>
          <a:xfrm>
            <a:off x="7404025" y="3706197"/>
            <a:ext cx="207135" cy="0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6CDDF8AE-6237-A800-2CE9-48299B038205}"/>
              </a:ext>
            </a:extLst>
          </p:cNvPr>
          <p:cNvCxnSpPr/>
          <p:nvPr/>
        </p:nvCxnSpPr>
        <p:spPr>
          <a:xfrm flipH="1">
            <a:off x="6441695" y="4376026"/>
            <a:ext cx="932688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62F2AE3-0252-3C6E-0428-AF3009D3436F}"/>
              </a:ext>
            </a:extLst>
          </p:cNvPr>
          <p:cNvCxnSpPr/>
          <p:nvPr/>
        </p:nvCxnSpPr>
        <p:spPr>
          <a:xfrm>
            <a:off x="7409435" y="4347883"/>
            <a:ext cx="0" cy="868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B179AC15-DD73-23BE-E4D1-4477181E1FBB}"/>
              </a:ext>
            </a:extLst>
          </p:cNvPr>
          <p:cNvCxnSpPr/>
          <p:nvPr/>
        </p:nvCxnSpPr>
        <p:spPr>
          <a:xfrm flipH="1">
            <a:off x="6601715" y="4434695"/>
            <a:ext cx="807720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F45C7E8A-CA78-7326-23DD-72E336BA55F7}"/>
              </a:ext>
            </a:extLst>
          </p:cNvPr>
          <p:cNvCxnSpPr>
            <a:cxnSpLocks/>
          </p:cNvCxnSpPr>
          <p:nvPr/>
        </p:nvCxnSpPr>
        <p:spPr>
          <a:xfrm>
            <a:off x="6437885" y="4377545"/>
            <a:ext cx="0" cy="431552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417DEAA2-109A-6DE0-2BA3-964A08BBC20C}"/>
              </a:ext>
            </a:extLst>
          </p:cNvPr>
          <p:cNvCxnSpPr/>
          <p:nvPr/>
        </p:nvCxnSpPr>
        <p:spPr>
          <a:xfrm>
            <a:off x="6601715" y="4442315"/>
            <a:ext cx="0" cy="366782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A81F6A6C-F775-20AC-3420-A71F7E822451}"/>
              </a:ext>
            </a:extLst>
          </p:cNvPr>
          <p:cNvCxnSpPr/>
          <p:nvPr/>
        </p:nvCxnSpPr>
        <p:spPr>
          <a:xfrm>
            <a:off x="7317995" y="4213715"/>
            <a:ext cx="0" cy="1141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D8BFEB90-337F-3036-18F7-55C143FC3D69}"/>
              </a:ext>
            </a:extLst>
          </p:cNvPr>
          <p:cNvCxnSpPr>
            <a:cxnSpLocks/>
          </p:cNvCxnSpPr>
          <p:nvPr/>
        </p:nvCxnSpPr>
        <p:spPr>
          <a:xfrm flipH="1">
            <a:off x="6449315" y="4324223"/>
            <a:ext cx="867873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17957B9E-925E-1AF4-EF60-C5D18A858D91}"/>
              </a:ext>
            </a:extLst>
          </p:cNvPr>
          <p:cNvCxnSpPr/>
          <p:nvPr/>
        </p:nvCxnSpPr>
        <p:spPr>
          <a:xfrm>
            <a:off x="6456935" y="4347883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B88B26BF-52EA-8D2B-A327-A2C59D8AFE6F}"/>
              </a:ext>
            </a:extLst>
          </p:cNvPr>
          <p:cNvCxnSpPr/>
          <p:nvPr/>
        </p:nvCxnSpPr>
        <p:spPr>
          <a:xfrm>
            <a:off x="6449315" y="4327826"/>
            <a:ext cx="0" cy="573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0FD14CFE-66EF-8079-7CDC-35CEBEC91555}"/>
              </a:ext>
            </a:extLst>
          </p:cNvPr>
          <p:cNvCxnSpPr/>
          <p:nvPr/>
        </p:nvCxnSpPr>
        <p:spPr>
          <a:xfrm flipH="1">
            <a:off x="3769615" y="548146"/>
            <a:ext cx="3514553" cy="144829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4AFE853A-588C-41CE-2A80-1CBDF2A6A74F}"/>
              </a:ext>
            </a:extLst>
          </p:cNvPr>
          <p:cNvCxnSpPr>
            <a:cxnSpLocks/>
          </p:cNvCxnSpPr>
          <p:nvPr/>
        </p:nvCxnSpPr>
        <p:spPr>
          <a:xfrm>
            <a:off x="8673953" y="455359"/>
            <a:ext cx="3127403" cy="205707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87A32C63-FC14-E645-9EE1-5810C130A04D}"/>
              </a:ext>
            </a:extLst>
          </p:cNvPr>
          <p:cNvCxnSpPr>
            <a:cxnSpLocks/>
          </p:cNvCxnSpPr>
          <p:nvPr/>
        </p:nvCxnSpPr>
        <p:spPr>
          <a:xfrm>
            <a:off x="4977635" y="6015559"/>
            <a:ext cx="0" cy="326134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AD8AFA31-84A5-CBC4-8D94-0FFA1CA7A24A}"/>
              </a:ext>
            </a:extLst>
          </p:cNvPr>
          <p:cNvSpPr txBox="1"/>
          <p:nvPr/>
        </p:nvSpPr>
        <p:spPr>
          <a:xfrm>
            <a:off x="94934" y="969761"/>
            <a:ext cx="101117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Data in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1FDB4BF-728C-C7FC-92DC-3DADCF21EB7D}"/>
              </a:ext>
            </a:extLst>
          </p:cNvPr>
          <p:cNvSpPr txBox="1"/>
          <p:nvPr/>
        </p:nvSpPr>
        <p:spPr>
          <a:xfrm>
            <a:off x="1277831" y="5069770"/>
            <a:ext cx="17967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CE(Clock Enable)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615836D-4A2C-6ACF-764C-A611A1761D72}"/>
              </a:ext>
            </a:extLst>
          </p:cNvPr>
          <p:cNvSpPr txBox="1"/>
          <p:nvPr/>
        </p:nvSpPr>
        <p:spPr>
          <a:xfrm>
            <a:off x="4161098" y="4179330"/>
            <a:ext cx="13784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Coefficient </a:t>
            </a:r>
            <a:r>
              <a:rPr lang="en-IN" sz="1100" dirty="0" err="1"/>
              <a:t>Adr</a:t>
            </a:r>
            <a:endParaRPr lang="en-IN" sz="11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B3F2976-F838-19C1-BFE9-5B7E51F79480}"/>
              </a:ext>
            </a:extLst>
          </p:cNvPr>
          <p:cNvSpPr txBox="1"/>
          <p:nvPr/>
        </p:nvSpPr>
        <p:spPr>
          <a:xfrm>
            <a:off x="4620515" y="4791883"/>
            <a:ext cx="161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Control Unit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96D12176-DC41-FEB3-BBE8-194A82128D8A}"/>
              </a:ext>
            </a:extLst>
          </p:cNvPr>
          <p:cNvCxnSpPr>
            <a:stCxn id="26" idx="0"/>
          </p:cNvCxnSpPr>
          <p:nvPr/>
        </p:nvCxnSpPr>
        <p:spPr>
          <a:xfrm flipV="1">
            <a:off x="9977361" y="1726994"/>
            <a:ext cx="12714" cy="1846865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C2A366A1-F872-E9D8-163C-1003262F7FB0}"/>
              </a:ext>
            </a:extLst>
          </p:cNvPr>
          <p:cNvSpPr txBox="1"/>
          <p:nvPr/>
        </p:nvSpPr>
        <p:spPr>
          <a:xfrm>
            <a:off x="8714057" y="2322838"/>
            <a:ext cx="10988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Pipeline Regs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B2D9487-B5FD-C75F-AA45-3B226A1BCAD8}"/>
              </a:ext>
            </a:extLst>
          </p:cNvPr>
          <p:cNvSpPr txBox="1"/>
          <p:nvPr/>
        </p:nvSpPr>
        <p:spPr>
          <a:xfrm>
            <a:off x="9237847" y="799678"/>
            <a:ext cx="15904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Adder Tree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57AD8CE0-C705-5445-5D35-FD8AF6DCCC41}"/>
              </a:ext>
            </a:extLst>
          </p:cNvPr>
          <p:cNvSpPr txBox="1"/>
          <p:nvPr/>
        </p:nvSpPr>
        <p:spPr>
          <a:xfrm>
            <a:off x="9407885" y="4628867"/>
            <a:ext cx="13503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Tap Select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05AB2363-8FA0-D31A-F564-A726F7CD51A8}"/>
              </a:ext>
            </a:extLst>
          </p:cNvPr>
          <p:cNvSpPr txBox="1"/>
          <p:nvPr/>
        </p:nvSpPr>
        <p:spPr>
          <a:xfrm>
            <a:off x="3369153" y="6070510"/>
            <a:ext cx="13533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…Stage N..</a:t>
            </a:r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9C2AA459-9BBE-B99C-B0A9-F8B1A5FED095}"/>
              </a:ext>
            </a:extLst>
          </p:cNvPr>
          <p:cNvCxnSpPr/>
          <p:nvPr/>
        </p:nvCxnSpPr>
        <p:spPr>
          <a:xfrm>
            <a:off x="2642118" y="2382711"/>
            <a:ext cx="0" cy="1859203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E49D7486-2044-2D31-EC63-219B792FE13A}"/>
              </a:ext>
            </a:extLst>
          </p:cNvPr>
          <p:cNvSpPr txBox="1"/>
          <p:nvPr/>
        </p:nvSpPr>
        <p:spPr>
          <a:xfrm flipV="1">
            <a:off x="3477775" y="2559540"/>
            <a:ext cx="305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.</a:t>
            </a:r>
          </a:p>
          <a:p>
            <a:r>
              <a:rPr lang="en-IN" sz="1200" b="1" dirty="0"/>
              <a:t>.</a:t>
            </a:r>
          </a:p>
          <a:p>
            <a:r>
              <a:rPr lang="en-IN" sz="1200" b="1" dirty="0"/>
              <a:t>.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E7C032D2-BCE0-E091-C6DF-9D647218D99B}"/>
              </a:ext>
            </a:extLst>
          </p:cNvPr>
          <p:cNvSpPr txBox="1"/>
          <p:nvPr/>
        </p:nvSpPr>
        <p:spPr>
          <a:xfrm>
            <a:off x="6107446" y="2543563"/>
            <a:ext cx="34416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b="1" dirty="0"/>
              <a:t>.</a:t>
            </a:r>
          </a:p>
          <a:p>
            <a:r>
              <a:rPr lang="en-IN" sz="900" b="1" dirty="0"/>
              <a:t>.</a:t>
            </a:r>
          </a:p>
          <a:p>
            <a:r>
              <a:rPr lang="en-IN" sz="900" b="1" dirty="0"/>
              <a:t>.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D4566652-6CC2-3E9A-DBFF-94D28D276807}"/>
              </a:ext>
            </a:extLst>
          </p:cNvPr>
          <p:cNvSpPr txBox="1"/>
          <p:nvPr/>
        </p:nvSpPr>
        <p:spPr>
          <a:xfrm>
            <a:off x="2221541" y="594003"/>
            <a:ext cx="3653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Internal stage N(e.g., Notch)detail</a:t>
            </a:r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F9095F49-4142-5FB7-E2C6-02AA681C64E7}"/>
              </a:ext>
            </a:extLst>
          </p:cNvPr>
          <p:cNvCxnSpPr/>
          <p:nvPr/>
        </p:nvCxnSpPr>
        <p:spPr>
          <a:xfrm>
            <a:off x="262276" y="5556105"/>
            <a:ext cx="3771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356CE1AD-5914-9E36-3C4F-915D5746498D}"/>
              </a:ext>
            </a:extLst>
          </p:cNvPr>
          <p:cNvCxnSpPr/>
          <p:nvPr/>
        </p:nvCxnSpPr>
        <p:spPr>
          <a:xfrm>
            <a:off x="262276" y="5840585"/>
            <a:ext cx="3771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11CFED94-779A-512A-33B8-0709C91779F7}"/>
              </a:ext>
            </a:extLst>
          </p:cNvPr>
          <p:cNvSpPr txBox="1"/>
          <p:nvPr/>
        </p:nvSpPr>
        <p:spPr>
          <a:xfrm>
            <a:off x="637730" y="5430722"/>
            <a:ext cx="1226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DATA PATH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82987C08-B883-F964-728D-66391DE115A6}"/>
              </a:ext>
            </a:extLst>
          </p:cNvPr>
          <p:cNvSpPr txBox="1"/>
          <p:nvPr/>
        </p:nvSpPr>
        <p:spPr>
          <a:xfrm>
            <a:off x="622210" y="5700803"/>
            <a:ext cx="19106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CONTROL SIGNALS</a:t>
            </a:r>
          </a:p>
        </p:txBody>
      </p:sp>
    </p:spTree>
    <p:extLst>
      <p:ext uri="{BB962C8B-B14F-4D97-AF65-F5344CB8AC3E}">
        <p14:creationId xmlns:p14="http://schemas.microsoft.com/office/powerpoint/2010/main" val="2703357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172</Words>
  <Application>Microsoft Office PowerPoint</Application>
  <PresentationFormat>Widescreen</PresentationFormat>
  <Paragraphs>58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Deeksha K</dc:creator>
  <cp:lastModifiedBy>Deeksha K</cp:lastModifiedBy>
  <cp:revision>4</cp:revision>
  <dcterms:created xsi:type="dcterms:W3CDTF">2026-05-01T17:17:10Z</dcterms:created>
  <dcterms:modified xsi:type="dcterms:W3CDTF">2026-05-11T18:59:48Z</dcterms:modified>
</cp:coreProperties>
</file>