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34" y="38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A2AA-0EEB-D164-D635-65B7109C2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DB1B8-0896-6837-F8B3-395386D8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59F49-B9BB-9077-85EB-8C638D83D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B6E59-CA62-3D7B-258E-BF65EE19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360AC-D19C-94E0-5A26-CB3A85B4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40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455D-D5E0-3AE9-480A-260DEAE0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136CF-A52B-F94B-5662-D60BCDCA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3FD3-7FCE-5043-8190-3F289259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8FD5A-F826-7CBD-A0CA-0BCCEEAF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76517-578E-FAA8-A1BB-9ABC3905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508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465E-9C5D-9FCD-BADC-0D408B1F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CDB34-5F55-57F5-EF07-568A8E46E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E0D6A-F82B-35F9-CC86-2B09F04E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59E0D-DFDC-2385-51D1-A60BB2BC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F8AE6-180E-22B3-B885-801F8C8B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02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25E1-2745-F4D1-B599-D5856887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5FF-7929-DBCB-9A59-C7FB7DE91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B923B-EA7D-D3BC-C7C6-ABD936C2E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18E95-D330-C347-1CBC-7DB613BD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6EF80-63F7-CE55-4822-7440F8FB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B08CF-2F63-64ED-3C78-ECBE1836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0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C361-23B4-D25B-2964-501E4115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F1564-B9AD-96A0-5817-927EF3F27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E2BA9-D09C-8940-6B9D-1DEFAFFAF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2C4E3-A12D-9CC9-2E08-507FC5AD7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28B12-1267-6A55-BE70-C25CBA927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459AE-5B31-F69E-9598-608DD3A6F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E5CF2E-E227-ADBE-592F-BCAADCFC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D62C8-5ED1-CBCB-BE02-904E7F33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87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C76C-D9E5-079E-8B60-33A473F6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F415C-9075-7E93-70A9-2419E866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54A79-E891-3556-2C92-0EC77424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147F9-4787-BADF-5333-F21E3D14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2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A847B-D88C-00E9-5A1E-F29FB375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81FA71-DACA-04B7-58D0-C15F7AC2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C722A-6FFF-8B53-8A86-AF8DD965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76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D9BD-3119-C0A9-B2FD-06381EA8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3D123-F5C1-E1D7-8342-418622A49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2BC71-37D6-3C1F-4FE4-BA2CB240A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018C5-98CE-4347-C4C6-C8C34A10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C3B93-8B48-9DDA-89B9-1A859197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ADB2A-579A-B83A-14CF-029F4B35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1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5FBD8-0C1A-47D7-A294-743F4FE4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84CC4-F1AC-14E3-150B-D548AAB4D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E37A6-494E-BB7B-18A7-6EE67B3E8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F5861-F29F-E3D6-1F5D-C6BDABF6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D9BCA-80AB-1902-38A9-1FED13F8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2D5D2-A05C-015D-BFE5-A73802D0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54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B831-D704-BE1A-426E-AD9309C9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7F671-F7FD-483B-0B75-D4D495417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FD2AE-779B-56AB-BF75-DDF3FD684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84F85-1FBD-3BF3-FA37-E7721015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61C9C-C7E0-EB3D-CF15-7845F50B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6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3B686-DDE9-23F5-7044-35222D2E9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D8CFF-7C84-A6BA-73FF-BE6F3281D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EE207-FA97-943F-3A88-B6ABA24E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B4D20-6F4E-CD37-ECE3-376267C9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2E87C-04A7-73FB-9316-67C3A6B2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920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4304C-72E1-E695-1AF2-A8501D26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A3714-3DBA-1186-4C54-30C7AF240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FF292-26BD-C0AD-9873-33DB1F574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69C6F-0933-4409-8726-26F3C3600E7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7033F-20C6-8060-6460-5BB64715C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F1750-7BEF-42F4-3ABA-33BA1C481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010BE-F262-4420-BE30-F7A35A013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0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56B204-3B47-38A6-3963-D5F3D2CD7236}"/>
              </a:ext>
            </a:extLst>
          </p:cNvPr>
          <p:cNvSpPr/>
          <p:nvPr/>
        </p:nvSpPr>
        <p:spPr>
          <a:xfrm>
            <a:off x="1495427" y="1435101"/>
            <a:ext cx="1457323" cy="10840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Buffer</a:t>
            </a:r>
          </a:p>
          <a:p>
            <a:pPr algn="ctr"/>
            <a:r>
              <a:rPr lang="en-US" dirty="0"/>
              <a:t>(Samples In)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CEF0CC-052E-7681-85B8-19983700C493}"/>
              </a:ext>
            </a:extLst>
          </p:cNvPr>
          <p:cNvSpPr/>
          <p:nvPr/>
        </p:nvSpPr>
        <p:spPr>
          <a:xfrm>
            <a:off x="8702567" y="1360111"/>
            <a:ext cx="1595037" cy="10840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buffer</a:t>
            </a:r>
          </a:p>
          <a:p>
            <a:pPr algn="ctr"/>
            <a:r>
              <a:rPr lang="en-US" dirty="0"/>
              <a:t>(samples Out)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B92CD-A4F5-40C2-49F6-58BACD9F8F3F}"/>
              </a:ext>
            </a:extLst>
          </p:cNvPr>
          <p:cNvSpPr/>
          <p:nvPr/>
        </p:nvSpPr>
        <p:spPr>
          <a:xfrm>
            <a:off x="2845593" y="1139825"/>
            <a:ext cx="5772151" cy="20415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D52EFD-2C8B-1890-FE5C-E2A71B0CDCBB}"/>
              </a:ext>
            </a:extLst>
          </p:cNvPr>
          <p:cNvSpPr/>
          <p:nvPr/>
        </p:nvSpPr>
        <p:spPr>
          <a:xfrm>
            <a:off x="3579808" y="1552324"/>
            <a:ext cx="1234685" cy="7985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LPF</a:t>
            </a:r>
          </a:p>
          <a:p>
            <a:pPr algn="ctr"/>
            <a:r>
              <a:rPr lang="en-US" dirty="0"/>
              <a:t>(Low Pass)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BBEEAC-551E-BED6-D885-0A6BB0A608A2}"/>
              </a:ext>
            </a:extLst>
          </p:cNvPr>
          <p:cNvSpPr/>
          <p:nvPr/>
        </p:nvSpPr>
        <p:spPr>
          <a:xfrm>
            <a:off x="5071666" y="1552323"/>
            <a:ext cx="1412876" cy="798514"/>
          </a:xfrm>
          <a:prstGeom prst="roundRect">
            <a:avLst>
              <a:gd name="adj" fmla="val 2017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Notch</a:t>
            </a:r>
          </a:p>
          <a:p>
            <a:pPr algn="ctr"/>
            <a:r>
              <a:rPr lang="en-US" dirty="0"/>
              <a:t>(50/60 Hz)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62ECBD-DAF1-697E-B5C4-1DC299B63228}"/>
              </a:ext>
            </a:extLst>
          </p:cNvPr>
          <p:cNvSpPr/>
          <p:nvPr/>
        </p:nvSpPr>
        <p:spPr>
          <a:xfrm>
            <a:off x="6708181" y="1577846"/>
            <a:ext cx="1321297" cy="77299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HPF</a:t>
            </a:r>
          </a:p>
          <a:p>
            <a:pPr algn="ctr"/>
            <a:r>
              <a:rPr lang="en-US" dirty="0"/>
              <a:t>(High Pass)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515484-8AC7-F112-C790-0589D2E05C9A}"/>
              </a:ext>
            </a:extLst>
          </p:cNvPr>
          <p:cNvSpPr/>
          <p:nvPr/>
        </p:nvSpPr>
        <p:spPr>
          <a:xfrm>
            <a:off x="4167189" y="3090862"/>
            <a:ext cx="3514725" cy="134302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Coefficient ROM/LUT</a:t>
            </a:r>
          </a:p>
          <a:p>
            <a:pPr algn="ctr"/>
            <a:r>
              <a:rPr lang="en-US" dirty="0"/>
              <a:t>(Filter Coefficients)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F67A0A-23F2-009D-94EE-863E5BA12689}"/>
              </a:ext>
            </a:extLst>
          </p:cNvPr>
          <p:cNvSpPr/>
          <p:nvPr/>
        </p:nvSpPr>
        <p:spPr>
          <a:xfrm>
            <a:off x="4167188" y="5017660"/>
            <a:ext cx="3514725" cy="1000125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  <a:p>
            <a:pPr algn="ctr"/>
            <a:r>
              <a:rPr lang="en-US" dirty="0"/>
              <a:t>(Control Timing ,Handshaking)</a:t>
            </a:r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34D8F6-925F-8730-0061-2F35B8C14041}"/>
              </a:ext>
            </a:extLst>
          </p:cNvPr>
          <p:cNvSpPr/>
          <p:nvPr/>
        </p:nvSpPr>
        <p:spPr>
          <a:xfrm>
            <a:off x="3107131" y="266702"/>
            <a:ext cx="5310188" cy="5938311"/>
          </a:xfrm>
          <a:prstGeom prst="rect">
            <a:avLst/>
          </a:prstGeom>
          <a:noFill/>
          <a:ln w="222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0E1415D-A616-2D37-9162-BF1F557EB6D2}"/>
              </a:ext>
            </a:extLst>
          </p:cNvPr>
          <p:cNvSpPr/>
          <p:nvPr/>
        </p:nvSpPr>
        <p:spPr>
          <a:xfrm>
            <a:off x="3322741" y="1215343"/>
            <a:ext cx="4944960" cy="152352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FD016D3-C170-1726-6329-221069F749B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004492" y="1977106"/>
            <a:ext cx="49093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AEEC7A-AEFA-6FC2-B0DB-A513290592EE}"/>
              </a:ext>
            </a:extLst>
          </p:cNvPr>
          <p:cNvCxnSpPr>
            <a:cxnSpLocks/>
          </p:cNvCxnSpPr>
          <p:nvPr/>
        </p:nvCxnSpPr>
        <p:spPr>
          <a:xfrm>
            <a:off x="2952750" y="1977104"/>
            <a:ext cx="6270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582CEB4-D299-ADD2-9A74-44FC7AA83BBF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 flipV="1">
            <a:off x="4814493" y="1951580"/>
            <a:ext cx="257173" cy="1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9741B88-2D68-28F4-5FB4-A594D738DA50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6484542" y="1951580"/>
            <a:ext cx="223639" cy="127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3528919-046F-79E8-4E20-A511D8414F75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029478" y="1964342"/>
            <a:ext cx="69542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D5CBD59-6DAC-8A7B-2111-2EDEF6C275AF}"/>
              </a:ext>
            </a:extLst>
          </p:cNvPr>
          <p:cNvCxnSpPr>
            <a:stCxn id="10" idx="3"/>
          </p:cNvCxnSpPr>
          <p:nvPr/>
        </p:nvCxnSpPr>
        <p:spPr>
          <a:xfrm flipV="1">
            <a:off x="10297604" y="1902115"/>
            <a:ext cx="54819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C123F9D-460C-61C8-7FBE-6226D3F295F2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5924551" y="2738865"/>
            <a:ext cx="1" cy="3519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2871530-8B77-7A56-0550-221F7909AA72}"/>
              </a:ext>
            </a:extLst>
          </p:cNvPr>
          <p:cNvCxnSpPr>
            <a:stCxn id="21" idx="0"/>
            <a:endCxn id="20" idx="2"/>
          </p:cNvCxnSpPr>
          <p:nvPr/>
        </p:nvCxnSpPr>
        <p:spPr>
          <a:xfrm flipV="1">
            <a:off x="5924551" y="4433887"/>
            <a:ext cx="1" cy="58377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B793599-F110-938C-2483-0017525BDA48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2224088" y="5517722"/>
            <a:ext cx="1943100" cy="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0DD0D16-8F88-E930-231C-3D3AB6039D38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224089" y="2519111"/>
            <a:ext cx="0" cy="299861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ACD7F28-2B36-016C-00C5-B422C39D1BC8}"/>
              </a:ext>
            </a:extLst>
          </p:cNvPr>
          <p:cNvCxnSpPr>
            <a:stCxn id="21" idx="3"/>
          </p:cNvCxnSpPr>
          <p:nvPr/>
        </p:nvCxnSpPr>
        <p:spPr>
          <a:xfrm flipV="1">
            <a:off x="7681913" y="5517722"/>
            <a:ext cx="1818172" cy="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B6AEF9A-CCF7-1B49-3BEA-238914046685}"/>
              </a:ext>
            </a:extLst>
          </p:cNvPr>
          <p:cNvCxnSpPr>
            <a:endCxn id="10" idx="2"/>
          </p:cNvCxnSpPr>
          <p:nvPr/>
        </p:nvCxnSpPr>
        <p:spPr>
          <a:xfrm flipV="1">
            <a:off x="9500085" y="2444120"/>
            <a:ext cx="1" cy="3073602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BBCC370-9222-17CD-9882-FC33E3D07205}"/>
              </a:ext>
            </a:extLst>
          </p:cNvPr>
          <p:cNvSpPr txBox="1"/>
          <p:nvPr/>
        </p:nvSpPr>
        <p:spPr>
          <a:xfrm>
            <a:off x="241151" y="1515439"/>
            <a:ext cx="915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ECG input</a:t>
            </a:r>
            <a:endParaRPr lang="en-IN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CCC04DD-E58F-00D2-3B0C-92FDAAF826FB}"/>
              </a:ext>
            </a:extLst>
          </p:cNvPr>
          <p:cNvSpPr txBox="1"/>
          <p:nvPr/>
        </p:nvSpPr>
        <p:spPr>
          <a:xfrm>
            <a:off x="10845800" y="1628415"/>
            <a:ext cx="1346200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output</a:t>
            </a:r>
            <a:endParaRPr lang="en-IN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2A1F0C-0BF8-C35D-A7FE-36E6E777ADFA}"/>
              </a:ext>
            </a:extLst>
          </p:cNvPr>
          <p:cNvSpPr txBox="1"/>
          <p:nvPr/>
        </p:nvSpPr>
        <p:spPr>
          <a:xfrm>
            <a:off x="5097761" y="876176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 Filter Core</a:t>
            </a:r>
            <a:endParaRPr lang="en-IN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C30019-D259-D196-8349-0BBB0000ABE9}"/>
              </a:ext>
            </a:extLst>
          </p:cNvPr>
          <p:cNvSpPr txBox="1"/>
          <p:nvPr/>
        </p:nvSpPr>
        <p:spPr>
          <a:xfrm>
            <a:off x="5028804" y="409623"/>
            <a:ext cx="14986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FPGA(Xilinx)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22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66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Dhathri PG</dc:creator>
  <cp:lastModifiedBy>Dhathri PG</cp:lastModifiedBy>
  <cp:revision>2</cp:revision>
  <dcterms:created xsi:type="dcterms:W3CDTF">2026-05-01T06:39:47Z</dcterms:created>
  <dcterms:modified xsi:type="dcterms:W3CDTF">2026-05-01T06:43:37Z</dcterms:modified>
</cp:coreProperties>
</file>